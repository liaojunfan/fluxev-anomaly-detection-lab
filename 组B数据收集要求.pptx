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1" d="100"/>
          <a:sy n="71" d="100"/>
        </p:scale>
        <p:origin x="183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这是为你部署的Online-Boutique系统准备的详细数据收集要求。请按照这个清单配置Prometheus和ChaosMesh，确保采集到足够的正常和故障数据。这些数据将是后续算法复现的基础。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完成我们FluxEV论文的复现工作，需要你这边提供Online-Boutique微服务的监控数据。具体来说，我们需要正常工况和几种故障工况下的数据，麻烦你按照这个需求文档来采集和整理。数据格式和标签文件也请参考文档里的说明，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Online-Boutique 数据收集详细要求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2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651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50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89000" y="1752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714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采集基础配置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4130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核心工具栈：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监控采用 Prometheus + Grafana 组合；故障注入使用 ChaosMesh 模拟真实异常场景。</a:t>
            </a:r>
          </a:p>
        </p:txBody>
      </p:sp>
      <p:cxnSp>
        <p:nvCxnSpPr>
          <p:cNvPr id="9" name="Connector 9"/>
          <p:cNvCxnSpPr/>
          <p:nvPr/>
        </p:nvCxnSpPr>
        <p:spPr>
          <a:xfrm rot="-13750">
            <a:off x="889013" y="3422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89000" y="361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覆盖核心微服务：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 frontend、cart、checkout、payment、productcatalog 等9个核心业务服务，确保全链路指标采集。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45000" y="1651000"/>
            <a:ext cx="3429000" cy="508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572000" y="1752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953000" y="1714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核心指标体系 (Metrics)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2413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请求性能指标：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关注 QPS (http_requests_total)、平均响应时间 (duration) 及错误请求数 (errors)，反映服务可用性。</a:t>
            </a:r>
          </a:p>
        </p:txBody>
      </p:sp>
      <p:cxnSp>
        <p:nvCxnSpPr>
          <p:cNvPr id="16" name="Connector 16"/>
          <p:cNvCxnSpPr/>
          <p:nvPr/>
        </p:nvCxnSpPr>
        <p:spPr>
          <a:xfrm rot="-13750">
            <a:off x="4572013" y="3422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361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资源与业务交互指标：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采集容器 CPU/内存使用率，以及 gRPC 交互总请求数，量化系统资源负载与内部服务通信质量。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001000" y="1651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01000" y="1651000"/>
            <a:ext cx="3429000" cy="5080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128000" y="1752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509000" y="1714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03 场景设计与采集策略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28000" y="24130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统一采集策略：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采样间隔固定为1分钟/条；正常工况采集2-3小时稳态数据，故障工况在注入期间持续采集，覆盖全生命周期。</a:t>
            </a:r>
          </a:p>
        </p:txBody>
      </p:sp>
      <p:cxnSp>
        <p:nvCxnSpPr>
          <p:cNvPr id="23" name="Connector 23"/>
          <p:cNvCxnSpPr/>
          <p:nvPr/>
        </p:nvCxnSpPr>
        <p:spPr>
          <a:xfrm rot="-13750">
            <a:off x="8128013" y="3422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128000" y="361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多维度故障注入场景：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模拟服务延迟、POD宕机、CPU高负载及内存泄漏4类故障，单故障持续30分钟，获取系统异常行为特征。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62000" y="5334000"/>
            <a:ext cx="50800" cy="1143000"/>
          </a:xfrm>
          <a:prstGeom prst="roundRect">
            <a:avLst>
              <a:gd name="adj" fmla="val 0"/>
            </a:avLst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016000" y="5461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文件格式与命名规范：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统一采用 CSV 格式，正常数据命名为 online_boutique_normal_YYYYMMDD.csv；故障数据需标记故障类型，格式为 online_boutique_fault_&lt;类型&gt;_YYYYMMDD.csv。</a:t>
            </a:r>
          </a:p>
        </p:txBody>
      </p:sp>
      <p:cxnSp>
        <p:nvCxnSpPr>
          <p:cNvPr id="28" name="Connector 28"/>
          <p:cNvCxnSpPr/>
          <p:nvPr/>
        </p:nvCxnSpPr>
        <p:spPr>
          <a:xfrm rot="5350892">
            <a:off x="5651500" y="5899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350000" y="5461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关键字段与真值标签：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必须包含 timestamp、service_name、metric_name、value 字段；同时需维护 fault_label.csv，记录故障服务、类型及起止时间，作为算法评估的基准真值。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数据采集需求说明（用于FluxEV论文复现）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032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01. 正常工况数据采集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794000"/>
            <a:ext cx="3048000" cy="215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目标与操作：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确保Online-Boutique全服务正常运行无故障，采集稳定状态下的系统行为模式，持续时长2-3小时。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核心监控指标：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重点采集QPS、平均响应时间、容器CPU使用率及内存使用率等关键资源与性能指标，为基准模型提供数据支撑。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381500" y="1778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72000" y="2032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02. 故障工况数据注入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5720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2794000"/>
            <a:ext cx="3048000" cy="215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工具与时长：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基于ChaosMesh工具注入故障，每种故障场景持续30分钟，全程不间断采集系统异常响应数据。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核心故障类型：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包含productcatalogservice网络延迟、cartservice服务中断、checkoutservice高CPU负载三类典型微服务故障场景。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01000" y="1778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01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91500" y="2032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03. 数据格式与真值标注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191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91500" y="2794000"/>
            <a:ext cx="3048000" cy="215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数据存储规范：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采用CSV格式存储，关键字段包含1分钟粒度timestamp、service_name、metric_name及对应数值value。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真值标签文件：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需同步提供fault_label.csv，明确标注故障服务名称、故障类型、故障开始与结束的时间戳，用于模型训练的标签匹配。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5245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5778500"/>
            <a:ext cx="508000" cy="508000"/>
          </a:xfrm>
          <a:prstGeom prst="roundRect">
            <a:avLst>
              <a:gd name="adj" fmla="val 0"/>
            </a:avLst>
          </a:prstGeom>
          <a:solidFill>
            <a:srgbClr val="004D4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1" name="Connector 21"/>
          <p:cNvCxnSpPr/>
          <p:nvPr/>
        </p:nvCxnSpPr>
        <p:spPr>
          <a:xfrm rot="5331254">
            <a:off x="1587500" y="6026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2159000" y="5651500"/>
            <a:ext cx="9017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数据交付说明：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采集完成后，需将正常工况数据、三类故障工况数据及对应的真值标签文件统一归档，按服务维度分类整理并提交至项目指定存储路径，确保数据时序完整、标签匹配准确，为FluxEV算法复现提供高质量实验数据。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275</Words>
  <Application>Microsoft Office PowerPoint</Application>
  <PresentationFormat>宽屏</PresentationFormat>
  <Paragraphs>37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Noto Sans SC</vt:lpstr>
      <vt:lpstr>Songti SC</vt:lpstr>
      <vt:lpstr>Arial</vt:lpstr>
      <vt:lpstr>Office 主题​​</vt:lpstr>
      <vt:lpstr>默认主题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小豹没烦恼</dc:creator>
  <cp:lastModifiedBy>廖俊凡</cp:lastModifiedBy>
  <cp:revision>2</cp:revision>
  <dcterms:modified xsi:type="dcterms:W3CDTF">2026-06-10T16:27:51Z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{"Label":"1","ContentProducer":"001191110102MACQD9K64010000","ProduceID":"7649803476050742515","ReservedCode1":"","ContentPropagator":"","PropagateID":"","ReservedCode2":""}</vt:lpwstr>
  </property>
</Properties>
</file>